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0FF56-59AA-471A-9CF3-0EE5C6F7EE10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88491-06DC-464A-B638-FAF13A5EF7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45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Introduce phishing as a global cyber threat. Explain that phishing exploits human psychology rather than software vulnerabilities.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713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Explain how phishing bypasses firewalls and security tools by targeting human decision-making.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58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Explain how attackers gather OSINT from social media before targeting victims.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716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Emphasize that social engineering is psychological hacking.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780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Explain this was pure social engineering with no malware.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771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Explain how adding email gave recovery privileges.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8395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Stress importance of 2FA and immediate action.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454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mtClean="0"/>
              <a:t>Explain layered defense strategy.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375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Engage audience in answering questions interactively.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88491-06DC-464A-B638-FAF13A5EF75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177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228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259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91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59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823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302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49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28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46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885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41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5431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1628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6617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273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15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573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72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C058E80-58D2-4790-AD05-3DB20A73714B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F7E7093-D589-42E6-860D-F0F3FF048C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7792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dirty="0" smtClean="0">
                <a:solidFill>
                  <a:srgbClr val="FFFFFF"/>
                </a:solidFill>
                <a:latin typeface="Calibri" panose="020F0502020204030204" pitchFamily="34" charset="0"/>
              </a:rPr>
              <a:t>Phishing Awareness &amp; Social Engineering Analysis</a:t>
            </a:r>
            <a:endParaRPr lang="en-IN" sz="3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Phishing is one of the most prevalent cyber threats targeting individuals and organizations worldwide.</a:t>
            </a:r>
          </a:p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This training module analyzes attack techniques, psychological manipulation methods, real-world case study analysis, and prevention strategies to strengthen digital security posture.</a:t>
            </a:r>
            <a:endParaRPr lang="en-IN" sz="2000" dirty="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78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What is Phishing? (Technical Perspective)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Phishing is a social engineering attack designed to manipulate victims into disclosing sensitive information.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Login credentials and passwords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One-Time Passwords (OTP)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Banking and financial data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Personal identification information</a:t>
            </a:r>
          </a:p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Unlike traditional hacking, phishing exploits human trust instead of software vulnerabilities.</a:t>
            </a:r>
            <a:endParaRPr lang="en-IN" sz="2000" dirty="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85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Types of Phishing Attacks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Email Phishing – Mass impersonation campaigns.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Spear Phishing – Highly targeted attacks.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Whaling – Executive-level targeting.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Smishing – SMS-based phishing.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Vishing – Voice call scams.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Social Media Phishing – Fake brand collaborations.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Clone Phishing – Replica of legitimate emails with malicious links.</a:t>
            </a:r>
            <a:endParaRPr lang="en-IN" sz="200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032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Psychological Manipulation in Phishing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Phishing exploits emotional triggers: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Urgency – 'Act immediately.'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Fear – 'Your account is compromised.'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Greed – 'Earn quick money.'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Authority – Impersonating officials.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Trust – Mimicking legitimate brands.</a:t>
            </a:r>
          </a:p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Humans react emotionally before logically verifying authenticity.</a:t>
            </a:r>
            <a:endParaRPr lang="en-IN" sz="2000" dirty="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56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Case Study: Instagram Account Takeover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A normal Instagram user received a message from a fake advertising agency offering paid tasks.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The attacker built trust using professional language and reward promises.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Victim was instructed to add attacker’s email to account settings.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Screenshot confirmation was requested.</a:t>
            </a:r>
          </a:p>
          <a:p>
            <a:r>
              <a:rPr lang="en-US" sz="2000" smtClean="0">
                <a:solidFill>
                  <a:srgbClr val="DCDCDC"/>
                </a:solidFill>
                <a:latin typeface="Calibri" panose="020F0502020204030204" pitchFamily="34" charset="0"/>
              </a:rPr>
              <a:t>Within one minute, account was fully taken over.</a:t>
            </a:r>
            <a:endParaRPr lang="en-IN" sz="200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09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Technical Breakdown of the Attack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1. Reconnaissance – Target identification.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2. Initial contact with fake collaboration offer.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3. Trust building through conversation.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4. Privilege escalation by adding attacker email.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5. Password reset via new recovery email.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6. Account lockout and removal of original owner.</a:t>
            </a:r>
            <a:endParaRPr lang="en-IN" sz="2000" dirty="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99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Incident Response &amp; Recovery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Immediate recovery actions: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Used Instagram recovery process.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Verified identity.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Reset password.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Enabled Two-Factor Authentication.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- Removed unauthorized email access.</a:t>
            </a:r>
          </a:p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Rapid response prevented permanent account loss.</a:t>
            </a:r>
            <a:endParaRPr lang="en-IN" sz="2000" dirty="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47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Prevention &amp; Organizational Controls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 Never modify recovery settings for unknown contacts.</a:t>
            </a:r>
          </a:p>
          <a:p>
            <a:r>
              <a:rPr lang="en-IN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 Enable Multi-Factor Authentication.</a:t>
            </a:r>
          </a:p>
          <a:p>
            <a:r>
              <a:rPr lang="en-IN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 Verify brand collaborations independently.</a:t>
            </a:r>
          </a:p>
          <a:p>
            <a:r>
              <a:rPr lang="en-IN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 Use strong, unique passwords.</a:t>
            </a:r>
          </a:p>
          <a:p>
            <a:r>
              <a:rPr lang="en-IN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 Implement SPF, DKIM, DMARC for email protection.</a:t>
            </a:r>
          </a:p>
          <a:p>
            <a:r>
              <a:rPr lang="en-IN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 Conduct regular security awareness training.</a:t>
            </a:r>
            <a:endParaRPr lang="en-IN" sz="2000" dirty="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374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400" b="1" smtClean="0">
                <a:solidFill>
                  <a:srgbClr val="FFFFFF"/>
                </a:solidFill>
                <a:latin typeface="Calibri" panose="020F0502020204030204" pitchFamily="34" charset="0"/>
              </a:rPr>
              <a:t>Knowledge Assessment</a:t>
            </a:r>
            <a:endParaRPr lang="en-IN" sz="34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1. Why did the Instagram attack succeed?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2. What action allowed attacker access?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3. What is strongest defense against phishing?</a:t>
            </a:r>
          </a:p>
          <a:p>
            <a:r>
              <a:rPr lang="en-US" sz="2000" dirty="0" smtClean="0">
                <a:solidFill>
                  <a:srgbClr val="DCDCDC"/>
                </a:solidFill>
                <a:latin typeface="Calibri" panose="020F0502020204030204" pitchFamily="34" charset="0"/>
              </a:rPr>
              <a:t>Correct Answers: 1-Social Engineering, 2-Adding attacker email, 3-Awareness + MFA</a:t>
            </a:r>
            <a:endParaRPr lang="en-IN" sz="2000" dirty="0">
              <a:solidFill>
                <a:srgbClr val="DCDCD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4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</TotalTime>
  <Words>550</Words>
  <Application>Microsoft Office PowerPoint</Application>
  <PresentationFormat>Widescreen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Century Gothic</vt:lpstr>
      <vt:lpstr>Wingdings 3</vt:lpstr>
      <vt:lpstr>Slice</vt:lpstr>
      <vt:lpstr>Phishing Awareness &amp; Social Engineering Analysis</vt:lpstr>
      <vt:lpstr>What is Phishing? (Technical Perspective)</vt:lpstr>
      <vt:lpstr>Types of Phishing Attacks</vt:lpstr>
      <vt:lpstr>Psychological Manipulation in Phishing</vt:lpstr>
      <vt:lpstr>Case Study: Instagram Account Takeover</vt:lpstr>
      <vt:lpstr>Technical Breakdown of the Attack</vt:lpstr>
      <vt:lpstr>Incident Response &amp; Recovery</vt:lpstr>
      <vt:lpstr>Prevention &amp; Organizational Controls</vt:lpstr>
      <vt:lpstr>Knowledge 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&amp; Social Engineering Analysis</dc:title>
  <dc:creator>nitin gavandi</dc:creator>
  <cp:lastModifiedBy>nitin gavandi</cp:lastModifiedBy>
  <cp:revision>2</cp:revision>
  <dcterms:created xsi:type="dcterms:W3CDTF">2026-02-26T08:24:29Z</dcterms:created>
  <dcterms:modified xsi:type="dcterms:W3CDTF">2026-02-26T08:27:27Z</dcterms:modified>
</cp:coreProperties>
</file>